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fa758f9a154b21" /><Relationship Type="http://schemas.openxmlformats.org/officeDocument/2006/relationships/extended-properties" Target="/docProps/app.xml" Id="Rce2aab07866a48f9" /><Relationship Type="http://schemas.openxmlformats.org/officeDocument/2006/relationships/officeDocument" Target="/ppt/presentation.xml" Id="R6c3b816c1ff546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4b8d2331df461d"/>
  </p:sldMasterIdLst>
  <p:notesMasterIdLst>
    <p:notesMasterId xmlns:r="http://schemas.openxmlformats.org/officeDocument/2006/relationships" r:id="R053ba29d41e54fab"/>
  </p:notesMasterIdLst>
  <p:sldIdLst>
    <p:sldId xmlns:r="http://schemas.openxmlformats.org/officeDocument/2006/relationships" id="256" r:id="R15fc6f7bc27a488b"/>
    <p:sldId xmlns:r="http://schemas.openxmlformats.org/officeDocument/2006/relationships" id="257" r:id="R1700efb90dd740aa"/>
    <p:sldId xmlns:r="http://schemas.openxmlformats.org/officeDocument/2006/relationships" id="258" r:id="R834aa48539644d17"/>
    <p:sldId xmlns:r="http://schemas.openxmlformats.org/officeDocument/2006/relationships" id="259" r:id="R820fffafcaaa4f84"/>
    <p:sldId xmlns:r="http://schemas.openxmlformats.org/officeDocument/2006/relationships" id="260" r:id="Rf2127147ff7e4e6c"/>
    <p:sldId xmlns:r="http://schemas.openxmlformats.org/officeDocument/2006/relationships" id="261" r:id="Rc891433f978a43b2"/>
    <p:sldId xmlns:r="http://schemas.openxmlformats.org/officeDocument/2006/relationships" id="262" r:id="Rc7b98eccd7a442cb"/>
    <p:sldId xmlns:r="http://schemas.openxmlformats.org/officeDocument/2006/relationships" id="263" r:id="R601afa43e6e343de"/>
    <p:sldId xmlns:r="http://schemas.openxmlformats.org/officeDocument/2006/relationships" id="264" r:id="R5db9fc0e2b694bb9"/>
    <p:sldId xmlns:r="http://schemas.openxmlformats.org/officeDocument/2006/relationships" id="265" r:id="Re8a638651da741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6eb3fa318c499e" /><Relationship Type="http://schemas.openxmlformats.org/officeDocument/2006/relationships/slideMaster" Target="/ppt/slideMasters/slideMaster1.xml" Id="R1e4b8d2331df461d" /><Relationship Type="http://schemas.openxmlformats.org/officeDocument/2006/relationships/notesMaster" Target="/ppt/notesMasters/notesMaster1.xml" Id="R053ba29d41e54fab" /><Relationship Type="http://schemas.openxmlformats.org/officeDocument/2006/relationships/presProps" Target="/ppt/presProps.xml" Id="Rdab964d7b0f04120" /><Relationship Type="http://schemas.openxmlformats.org/officeDocument/2006/relationships/tableStyles" Target="/ppt/tableStyles.xml" Id="Ra1c492fa45314e8f" /><Relationship Type="http://schemas.openxmlformats.org/officeDocument/2006/relationships/slide" Target="/ppt/slides/slide1.xml" Id="R15fc6f7bc27a488b" /><Relationship Type="http://schemas.openxmlformats.org/officeDocument/2006/relationships/slide" Target="/ppt/slides/slide2.xml" Id="R1700efb90dd740aa" /><Relationship Type="http://schemas.openxmlformats.org/officeDocument/2006/relationships/slide" Target="/ppt/slides/slide3.xml" Id="R834aa48539644d17" /><Relationship Type="http://schemas.openxmlformats.org/officeDocument/2006/relationships/slide" Target="/ppt/slides/slide4.xml" Id="R820fffafcaaa4f84" /><Relationship Type="http://schemas.openxmlformats.org/officeDocument/2006/relationships/slide" Target="/ppt/slides/slide5.xml" Id="Rf2127147ff7e4e6c" /><Relationship Type="http://schemas.openxmlformats.org/officeDocument/2006/relationships/slide" Target="/ppt/slides/slide6.xml" Id="Rc891433f978a43b2" /><Relationship Type="http://schemas.openxmlformats.org/officeDocument/2006/relationships/slide" Target="/ppt/slides/slide7.xml" Id="Rc7b98eccd7a442cb" /><Relationship Type="http://schemas.openxmlformats.org/officeDocument/2006/relationships/slide" Target="/ppt/slides/slide8.xml" Id="R601afa43e6e343de" /><Relationship Type="http://schemas.openxmlformats.org/officeDocument/2006/relationships/slide" Target="/ppt/slides/slide9.xml" Id="R5db9fc0e2b694bb9" /><Relationship Type="http://schemas.openxmlformats.org/officeDocument/2006/relationships/slide" Target="/ppt/slides/slide10.xml" Id="Re8a638651da741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7483642ccb42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5607b777a94ad0" /><Relationship Type="http://schemas.openxmlformats.org/officeDocument/2006/relationships/notesMaster" Target="/ppt/notesMasters/notesMaster1.xml" Id="R97264f48fe1e45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239112dacf465e" /><Relationship Type="http://schemas.openxmlformats.org/officeDocument/2006/relationships/notesMaster" Target="/ppt/notesMasters/notesMaster1.xml" Id="Rc42bfc5beb4844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7bef1cc058449c" /><Relationship Type="http://schemas.openxmlformats.org/officeDocument/2006/relationships/notesMaster" Target="/ppt/notesMasters/notesMaster1.xml" Id="R157ab4b24dba4b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4b900d539b4822" /><Relationship Type="http://schemas.openxmlformats.org/officeDocument/2006/relationships/notesMaster" Target="/ppt/notesMasters/notesMaster1.xml" Id="R5cbef076b6964b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184de13df04235" /><Relationship Type="http://schemas.openxmlformats.org/officeDocument/2006/relationships/notesMaster" Target="/ppt/notesMasters/notesMaster1.xml" Id="R2534d73f138e41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bc120799784c5f" /><Relationship Type="http://schemas.openxmlformats.org/officeDocument/2006/relationships/notesMaster" Target="/ppt/notesMasters/notesMaster1.xml" Id="R1a5c3398be034f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8fdbe4c3a940e8" /><Relationship Type="http://schemas.openxmlformats.org/officeDocument/2006/relationships/notesMaster" Target="/ppt/notesMasters/notesMaster1.xml" Id="R6be3daab7d4b41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88a17ff48f413f" /><Relationship Type="http://schemas.openxmlformats.org/officeDocument/2006/relationships/notesMaster" Target="/ppt/notesMasters/notesMaster1.xml" Id="Rb0be0ee9078148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63705048f24119" /><Relationship Type="http://schemas.openxmlformats.org/officeDocument/2006/relationships/notesMaster" Target="/ppt/notesMasters/notesMaster1.xml" Id="R2d2b6fafecf342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9ea5ce271e4655" /><Relationship Type="http://schemas.openxmlformats.org/officeDocument/2006/relationships/notesMaster" Target="/ppt/notesMasters/notesMaster1.xml" Id="Rec7019c2fc5c45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源码与测试：本项目backend/engine.py、docs/test_results/metrics.json。官方规则：https://www.aicomp.cn/tracks/tracks-2/3775.html 。AI辅助开发，真实API和实网验证未完成。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源码与测试：本项目backend/engine.py、docs/test_results/metrics.json。官方规则：https://www.aicomp.cn/tracks/tracks-2/3775.html 。AI辅助开发，真实API和实网验证未完成。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源码与测试：本项目backend/engine.py、docs/test_results/metrics.json。官方规则：https://www.aicomp.cn/tracks/tracks-2/3775.html 。AI辅助开发，真实API和实网验证未完成。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源码与测试：本项目backend/engine.py、docs/test_results/metrics.json。官方规则：https://www.aicomp.cn/tracks/tracks-2/3775.html 。AI辅助开发，真实API和实网验证未完成。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源码与测试：本项目backend/engine.py、docs/test_results/metrics.json。官方规则：https://www.aicomp.cn/tracks/tracks-2/3775.html 。AI辅助开发，真实API和实网验证未完成。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源码与测试：本项目backend/engine.py、docs/test_results/metrics.json。官方规则：https://www.aicomp.cn/tracks/tracks-2/3775.html 。AI辅助开发，真实API和实网验证未完成。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源码与测试：本项目backend/engine.py、docs/test_results/metrics.json。官方规则：https://www.aicomp.cn/tracks/tracks-2/3775.html 。AI辅助开发，真实API和实网验证未完成。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源码与测试：本项目backend/engine.py、docs/test_results/metrics.json。官方规则：https://www.aicomp.cn/tracks/tracks-2/3775.html 。AI辅助开发，真实API和实网验证未完成。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源码与测试：本项目backend/engine.py、docs/test_results/metrics.json。官方规则：https://www.aicomp.cn/tracks/tracks-2/3775.html 。AI辅助开发，真实API和实网验证未完成。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源码与测试：本项目backend/engine.py、docs/test_results/metrics.json。官方规则：https://www.aicomp.cn/tracks/tracks-2/3775.html 。AI辅助开发，真实API和实网验证未完成。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fbee6986b4a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c750942374d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1f2692bd642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20f4198bd640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92552c0da41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f86e227ae4b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4175741-0A22-4D0E-9700-6BC6E9D2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0FBDFDF-8723-42DD-BC58-73F1376E2C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96107EF-2B24-4EBD-88AE-B4D426B836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566BAD3-E208-4A09-A563-EABE43F8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81B763-90B2-4C48-A492-49559A2EEF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BF7428F-864D-44CB-9B13-8F50E78D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240004-C1DF-472A-883F-4D52FFBC68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01D796F-0B84-4CED-8CD6-2DF7F57E53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A26842E-204C-4B4B-A0B8-DE9064C4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5B2F6B-5DA0-40FE-9F3E-14B22F6F81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2AC1E0-482C-4C7E-9E41-874F0FC187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80BB512-F914-443F-83AB-B49FF9A109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A2A5684-21C2-460F-8F2E-6856E543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7253E6-461D-47EF-BE09-8AD1BFBD5A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FB79F9-4084-4AC8-9D6A-ABDFD021E5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c0e356204545be" /><Relationship Type="http://schemas.openxmlformats.org/officeDocument/2006/relationships/slideLayout" Target="/ppt/slideLayouts/slideLayout1.xml" Id="R437eeb2d47a643f5" /><Relationship Type="http://schemas.openxmlformats.org/officeDocument/2006/relationships/slideLayout" Target="/ppt/slideLayouts/slideLayout2.xml" Id="Re7909769d5ed4f47" /><Relationship Type="http://schemas.openxmlformats.org/officeDocument/2006/relationships/slideLayout" Target="/ppt/slideLayouts/slideLayout3.xml" Id="R57351e07a7624178" /><Relationship Type="http://schemas.openxmlformats.org/officeDocument/2006/relationships/slideLayout" Target="/ppt/slideLayouts/slideLayout4.xml" Id="R2661ad05f2c44d7a" /><Relationship Type="http://schemas.openxmlformats.org/officeDocument/2006/relationships/slideLayout" Target="/ppt/slideLayouts/slideLayout5.xml" Id="R3d15983c5d264114" /><Relationship Type="http://schemas.openxmlformats.org/officeDocument/2006/relationships/slideLayout" Target="/ppt/slideLayouts/slideLayout6.xml" Id="R2799dc41d68644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7eeb2d47a643f5"/>
    <p:sldLayoutId xmlns:r="http://schemas.openxmlformats.org/officeDocument/2006/relationships" id="2147483650" r:id="Re7909769d5ed4f47"/>
    <p:sldLayoutId xmlns:r="http://schemas.openxmlformats.org/officeDocument/2006/relationships" id="2147483651" r:id="R57351e07a7624178"/>
    <p:sldLayoutId xmlns:r="http://schemas.openxmlformats.org/officeDocument/2006/relationships" id="2147483652" r:id="R2661ad05f2c44d7a"/>
    <p:sldLayoutId xmlns:r="http://schemas.openxmlformats.org/officeDocument/2006/relationships" id="2147483653" r:id="R3d15983c5d264114"/>
    <p:sldLayoutId xmlns:r="http://schemas.openxmlformats.org/officeDocument/2006/relationships" id="2147483654" r:id="R2799dc41d68644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143a85e12b46b1" /><Relationship Type="http://schemas.openxmlformats.org/officeDocument/2006/relationships/notesSlide" Target="/ppt/notesSlides/notesSlide1.xml" Id="R64c5e3d15eb240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4ecc12763a4b43" /><Relationship Type="http://schemas.openxmlformats.org/officeDocument/2006/relationships/notesSlide" Target="/ppt/notesSlides/notesSlide2.xml" Id="R6e3488fbd79443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f81152d904388" /><Relationship Type="http://schemas.openxmlformats.org/officeDocument/2006/relationships/notesSlide" Target="/ppt/notesSlides/notesSlide3.xml" Id="Rfcb0c6d3e5c74c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7a4660455b4db1" /><Relationship Type="http://schemas.openxmlformats.org/officeDocument/2006/relationships/notesSlide" Target="/ppt/notesSlides/notesSlide4.xml" Id="Re98cb019c8874a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4cba1e25554c1b" /><Relationship Type="http://schemas.openxmlformats.org/officeDocument/2006/relationships/notesSlide" Target="/ppt/notesSlides/notesSlide5.xml" Id="R6d8e54e361364f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f648c41be4d66" /><Relationship Type="http://schemas.openxmlformats.org/officeDocument/2006/relationships/notesSlide" Target="/ppt/notesSlides/notesSlide6.xml" Id="Ra73a0f96f98a45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8aa2254dec438a" /><Relationship Type="http://schemas.openxmlformats.org/officeDocument/2006/relationships/notesSlide" Target="/ppt/notesSlides/notesSlide7.xml" Id="R3b425b7e7c0744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16238158e45c0" /><Relationship Type="http://schemas.openxmlformats.org/officeDocument/2006/relationships/notesSlide" Target="/ppt/notesSlides/notesSlide8.xml" Id="R481629ce6f9d43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f79933bd9b4f3a" /><Relationship Type="http://schemas.openxmlformats.org/officeDocument/2006/relationships/notesSlide" Target="/ppt/notesSlides/notesSlide9.xml" Id="R166db3357eda43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1d97959864c23" /><Relationship Type="http://schemas.openxmlformats.org/officeDocument/2006/relationships/notesSlide" Target="/ppt/notesSlides/notesSlide10.xml" Id="R3a8164272eca47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312D9-538C-46BE-BA5D-5C30623E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defRPr>
            </a:pPr>
            <a:r>
              <a:rPr sz="390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rPr>
              <a:t>无线网络智能诊断助手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7DB6E-298F-495E-B169-6CD607C6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0715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基于大模型的无线通信网络智能故障诊断与优化助手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AI+软件创新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AI辅助开发原型 / 团队复核稿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3AE72-2065-4F69-B072-8A02A04B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WirelessCare · 团队复核稿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718A1-4499-4CF6-949C-A37C06E0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01212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C9E2F-7638-475B-B02B-1DBBC884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rPr>
              <a:t>场景与定位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0BCF8-A241-429E-9CEE-ABCDC112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0715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通信KPI排查需要综合测量与业务体验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面向通信学习及小规模实验排查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输出候选原因、证据和复测步骤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当前没有真实生产网试点数据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3A22D-421A-4061-AC08-3CA9F544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WirelessCare · 团队复核稿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51B20-4DFC-44C6-A9B1-EDF6344F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71769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A5379-ECBA-4E03-99F5-C9DE1B1F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rPr>
              <a:t>软件操作流程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1AE3F-AC73-4FDD-AFA3-D53B3532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0715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导入CSV并校验时间、字段和数值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批量运行分类与异常检测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查看趋势、候选诊断与知识条目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证据问答并导出报告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620CC-3CC5-49AE-8545-F3FF479D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WirelessCare · 团队复核稿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50187-2C3A-4F81-9071-BDEF01BB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6813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D420E-9492-40C7-A0D5-12E6EE4C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rPr>
              <a:t>核心算法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E6DB7-C614-4B70-9A72-DF92FF9E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0715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随机森林：100棵树，最大深度10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孤立森林：正常样本基线，100棵树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启发式阈值：提供可核查测量依据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多因素与候选冲突：保留人工复核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E8789-595B-473E-9979-A73EE29D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WirelessCare · 团队复核稿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C8F86-5E4E-4FDB-9A03-778B76E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03647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01ECC-0902-4D84-89DE-46D926D4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rPr>
              <a:t>大模型的角色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D2F68-7C5F-45B9-9B54-5A5FD604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0715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接收分析摘要和最多12条异常样本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基于K01–K05条目组织排查说明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数值来自CSV与确定性代码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真实API未联调，当前演示使用离线说明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B2645-4AC9-45D0-AF45-E7D18C50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WirelessCare · 团队复核稿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46DAD-A55E-4947-98BB-B9780F6D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59140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0CE6F-0F0C-441D-893D-41CD6666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rPr>
              <a:t>工程特点与创新边界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78833-6285-4C01-BBCD-E61D8A39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0715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模型候选与测量证据并列展示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异常检测与根因候选分开表达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无API时仍可运行分析和报告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属于场景工程整合，没有提出全新算法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C1348-B6CE-40F8-8112-D3052B5E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WirelessCare · 团队复核稿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063F6-C4DF-42CF-88CE-D1ED69AB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00356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78420-5969-4E3B-8541-64EDF86B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rPr>
              <a:t>合成数据评估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FEF7C-6B41-4EA5-89F2-6592D3A7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0715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训练2000条，留出测试800条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分类准确率99.50%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阈值基线98.25%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同一生成机制，不能代表真实网络效果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1E28D-7CEE-4483-B1E6-62350488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WirelessCare · 团队复核稿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61A52-2A46-4B56-8614-894F349B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26210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25A71-6576-449F-AFFA-7C86D057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rPr>
              <a:t>验证与部署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75A61-FD44-4782-995D-F0C1169C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0715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14项单元测试通过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浏览器导入、证据、问答、导出与移动尺寸验证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500条分析中位耗时22.89ms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本地Python服务，提供可安装源码包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05E4D-6846-4E27-BEC3-48FDB4C1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WirelessCare · 团队复核稿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17C63-16E8-4CC0-A203-A642EDEA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453483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933F0-EE5E-43BC-9470-EF29BA19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rPr>
              <a:t>应用价值与当前不足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46AC4-53D0-45DD-AE80-A1544B02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0715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帮助学习KPI关联与排查顺序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缺少真实告警、邻区和标注数据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模型概率未校准，输出需要复核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没有自动调参或实际收益保证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95932-E33E-4E57-BFB5-4EF3724C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WirelessCare · 团队复核稿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74245-6DA2-409A-BF0A-AC6B941D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283648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96A1B-E578-46E0-B76B-BEB6609E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26B69"/>
                </a:solidFill>
                <a:latin typeface="Noto Sans SC"/>
                <a:ea typeface="Noto Sans SC"/>
                <a:cs typeface="Noto Sans SC"/>
              </a:rPr>
              <a:t>团队接手与下一阶段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009D8-D193-46E6-9278-97936600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0715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团队试用、复现并审查代码与AI辅助范围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接入真实API，保存实际联调证据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核对官方模板并填入真实团队编号</a:t>
            </a:r>
          </a:p>
          <a:p xmlns:a="http://schemas.openxmlformats.org/drawingml/2006/main">
            <a:pPr>
              <a:def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93143"/>
                </a:solidFill>
                <a:latin typeface="Noto Sans SC"/>
                <a:ea typeface="Noto Sans SC"/>
                <a:cs typeface="Noto Sans SC"/>
              </a:rPr>
              <a:t>完善授权数据评估后决定正式提交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E1FD4-D15B-43B0-A25E-CAFA6EAB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WirelessCare · 团队复核稿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91365-4A1B-4FF8-82CF-9D0E6ACD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57988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5058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2026-10-08T00:35:32.6710000Z</dcterms:created>
  <dcterms:modified xsi:type="dcterms:W3CDTF">2026-10-08T00:35:32.6710000Z</dcterms:modified>
</coreProperties>
</file>